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7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1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cs typeface="Poppins" pitchFamily="34" charset="-120"/>
              </a:rPr>
              <a:t>Team Titans</a:t>
            </a:r>
          </a:p>
        </p:txBody>
      </p:sp>
      <p:sp>
        <p:nvSpPr>
          <p:cNvPr id="55" name="Text 46"/>
          <p:cNvSpPr txBox="1"/>
          <p:nvPr/>
        </p:nvSpPr>
        <p:spPr>
          <a:xfrm>
            <a:off x="4080053" y="2337205"/>
            <a:ext cx="1483349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Noopa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Maria Rojan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Final Year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Boban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Haya KT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rgbClr val="E0E0E0">
                  <a:alpha val="5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Nivya Mathew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1779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rgbClr val="E0E0E0">
                  <a:alpha val="5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3" y="5222139"/>
            <a:ext cx="2772557" cy="6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Saintgits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College Of Engineering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+91 70257 00386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63357" y="6038698"/>
            <a:ext cx="31945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noopamariarojan@gmail.com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the problem statement your idea addresses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Materials PS02: AI-powered navigation-error recovery for wafer inspection tools — restoring exact microscopic site alignment despite motion-stage drift, thermal expansion, and vibration errors.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Locates the exact (x,y) coordinates of a 100x reference site inside a 10x search image via scale-aware, sub-pixel NCC matching.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Multi-scale correlation with sub-pixel peak fitting and center-tie-breaking recovers navigation accuracy — 100% pass @5px in 38.4ms.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48130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Two-stage pipeline: SEMDataGenerator synthesizes DRAM/FinFET wafer pairs with physical SEM noise (Poisson shot noise, astigmatic blur, charging streaks). DriftSenseLocalizer then applies multi-scale NCC with parabolic sub-pixel refinement and center-proximity tie-breaking for periodic arrays.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literature-grounded physics-based SEM data engine paired with a scale-aware sub-pixel localizer whose center-proximity tie-breaking resolves ambiguity in highly periodic DRAM/FinFET arrays.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pass @5px/@4px (targets 90%/85%), 91.4% at ultra-precision 1px, and 38.4ms mean runtime — inside the 50ms real-time target. Achieved with a lightweight, GPU-free, CPU-only Python pipeline, easy to integrate into existing inspection tools.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Eliminates costly manual re-alignment when inspection tools revisit a microscopic site across dies, recovering navigation accuracy in real time and improving the reliability of downstream yield analysis on the production line.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pass @5px &amp; @4px, 97.1% @2px, 91.4% @1px; mean error 0.42px, median 0.28px; 38.4ms mean runtime per pair (target &lt;50ms).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Pure Python 3.9+ pipeline, config-driven via one JSON file. Modular package (sem_generator.py, localizer.py, optical_extension.py) with CLI entry points for dataset generation and benchmark evaluation. Validated on 35 DRAM/FinFET pairs at 38.4ms mean runtime, no GPU required.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914193" y="3460090"/>
            <a:ext cx="6133554" cy="2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https://github.com/nivyamathew05/Drift-Sense-Wafer-Inspection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90195" cy="16895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914193" y="5212994"/>
            <a:ext cx="6053328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https://drive.google.com/file/d/1GPExUj-L78JLCM8_8DE_8dMWTwOlIHKs/view?usp=sharing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869388"/>
            <a:ext cx="9439351" cy="557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Synthetic data and degradation physics are grounded in published DRAM/FinFET lithography and SEM literature — Poisson shot noise, astigmatic lens blur, and dielectric charging-streak models — for physically realistic benchmarking.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812488"/>
            <a:ext cx="4802910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Kim et al. (2020), IEEE Trans. Electron Devices 67(4), 1432-1440.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287952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et al. (2012), IEEE IEDM, pp. 25.1.1-25.1.4.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05856"/>
            <a:ext cx="488953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Reimer (1998); Cazaux (1999), J. Appl. Phys. 85(2), 1137-1147.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714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Akxa Boban</cp:lastModifiedBy>
  <cp:revision>7</cp:revision>
  <dcterms:created xsi:type="dcterms:W3CDTF">2026-01-15T05:38:47Z</dcterms:created>
  <dcterms:modified xsi:type="dcterms:W3CDTF">2026-08-16T12:43:50Z</dcterms:modified>
</cp:coreProperties>
</file>